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F0A3AAA-35A1-E459-4ED9-8D243224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E588896D-38B2-9512-0D53-97BB1FA5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D415-0CD5-4448-BABB-6263CC50C74E}" type="datetimeFigureOut">
              <a:rPr lang="ro-RO" smtClean="0"/>
              <a:t>06.12.2025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3310E4C-A5A2-C610-3AEC-CC1F9A9B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DF5ECC9F-750F-0EA4-485E-0F3D513D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0478-E6F4-4C90-BF85-60E50030F8D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2737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D4794EEB-DCAB-40FE-E925-67028DD0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7E800AA-419C-D327-4493-184FB5305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F65EAB0-0981-E850-90B3-814C323F7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9D415-0CD5-4448-BABB-6263CC50C74E}" type="datetimeFigureOut">
              <a:rPr lang="ro-RO" smtClean="0"/>
              <a:t>06.12.2025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2E6F12E-2C80-CBB3-BFB1-06EAE6945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AC82215-6EAB-B6A5-3F01-B0AD91F2D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B0478-E6F4-4C90-BF85-60E50030F8D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847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B6F7FFE7-A247-0690-6797-C08C9498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/>
              <a:t>Recunoastere Faciala 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F206488-B6A6-FD3C-6DBC-0564AABDC0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7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B3585D33-2FC7-62C6-EF3C-D7511B5B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9D8117F-C5B0-2854-C147-A911B030F8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1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34E56BF2-3EAC-4199-1E06-0800385A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Antrenare model Detectie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2C28BDC-49C7-3B29-3D84-3910180769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6E6C9FFF-5CE4-9945-012A-575218C9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Rezultate ale modelului de detectie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3D017AA-B572-9FC1-12CD-298DCA6339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2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BDC0850E-C73F-AFD9-1765-29524A34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Imbunatatire detectie fete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CC91877-6946-EDB1-E64A-A37F5B3BA9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3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5F887D5B-AA35-575C-6BB9-335787EA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Recunoastere a fetelor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28D30D26-CA4C-16F1-4577-7D3EFDA1EA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5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B7FC2D97-F366-DAD3-22BF-054CAEBE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9FAA729-1F7D-171F-2125-B721540F15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1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4ECCEBBF-EB42-AADB-CE95-98230FE2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 CAZ:</a:t>
            </a:r>
            <a:br>
              <a:rPr lang="en-US"/>
            </a:br>
            <a:r>
              <a:rPr lang="en-US"/>
              <a:t>Rezultate SVM + Arcface recunoastere 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8E3CA959-7E26-ED6A-615B-C0F4EA50CF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1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DAA62FBE-4400-D9FC-F8B4-F39DC223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Cazuri Model recunoastere cu svm si arcface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E7711AB1-4B95-009F-951A-B444A80BD5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0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 hidden="1">
            <a:extLst>
              <a:ext uri="{FF2B5EF4-FFF2-40B4-BE49-F238E27FC236}">
                <a16:creationId xmlns:a16="http://schemas.microsoft.com/office/drawing/2014/main" id="{8D9C83D6-7282-7258-568C-DBFE3247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D9C8FD9-CBE1-FD66-283E-93809100A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62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Ecran lat</PresentationFormat>
  <Paragraphs>7</Paragraphs>
  <Slides>10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Temă Office</vt:lpstr>
      <vt:lpstr>Recunoastere Faciala </vt:lpstr>
      <vt:lpstr>Prezentare PowerPoint</vt:lpstr>
      <vt:lpstr>Antrenare model Detectie</vt:lpstr>
      <vt:lpstr>Rezultate ale modelului de detectie</vt:lpstr>
      <vt:lpstr>Imbunatatire detectie fete</vt:lpstr>
      <vt:lpstr>Recunoastere a fetelor</vt:lpstr>
      <vt:lpstr>Prezentare PowerPoint</vt:lpstr>
      <vt:lpstr>ALT CAZ: Rezultate SVM + Arcface recunoastere </vt:lpstr>
      <vt:lpstr>Cazuri Model recunoastere cu svm si arcface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Alexandru-Mihai BARBU (125505)</dc:creator>
  <cp:lastModifiedBy>Alexandru-Mihai BARBU (125505)</cp:lastModifiedBy>
  <cp:revision>1</cp:revision>
  <dcterms:created xsi:type="dcterms:W3CDTF">2025-12-05T22:04:36Z</dcterms:created>
  <dcterms:modified xsi:type="dcterms:W3CDTF">2025-12-05T22:04:36Z</dcterms:modified>
</cp:coreProperties>
</file>